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AarogyamScan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Radiology Detection for Rural India (92.5% Accuracy)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 &amp; Solution Overview</a:t>
            </a:r>
          </a:p>
          <a:p>
            <a:pPr/>
            <a:r>
              <a:t>Tech Stack &amp; Architecture</a:t>
            </a:r>
          </a:p>
          <a:p>
            <a:pPr/>
            <a:r>
              <a:t>Progress (Code_X_Elite's Work)</a:t>
            </a:r>
          </a:p>
          <a:p>
            <a:pPr/>
            <a:r>
              <a:t>Detailed Metrics</a:t>
            </a:r>
          </a:p>
          <a:p>
            <a:pPr/>
            <a:r>
              <a:t>Live Demo Steps</a:t>
            </a:r>
          </a:p>
          <a:p>
            <a:pPr/>
            <a:r>
              <a:t>Impact &amp; Scalability</a:t>
            </a:r>
          </a:p>
          <a:p>
            <a:pPr/>
            <a:r>
              <a:t>Challenges &amp; Future</a:t>
            </a:r>
          </a:p>
          <a:p>
            <a:pPr/>
            <a:r>
              <a:t>Team Spotlight</a:t>
            </a:r>
          </a:p>
          <a:p>
            <a:pPr/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India's Rural Radiology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70% rural areas lack radiologists (WHO 2024)</a:t>
            </a:r>
          </a:p>
          <a:p>
            <a:pPr/>
            <a:r>
              <a:t>1.3M preventable deaths/year from delayed scans</a:t>
            </a:r>
          </a:p>
          <a:p>
            <a:pPr/>
            <a:r>
              <a:t>Manual analysis: 20% errors + 30-60 mins delay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AarogyamScan AI: Instant AI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Upload X-Ray</a:t>
            </a:r>
          </a:p>
          <a:p>
            <a:pPr/>
            <a:r>
              <a:t>AI Predict (DenseNet121)</a:t>
            </a:r>
          </a:p>
          <a:p>
            <a:pPr/>
            <a:r>
              <a:t>Generate Report</a:t>
            </a:r>
          </a:p>
          <a:p>
            <a:pPr/>
            <a:r>
              <a:t>Secure History (OTP/DB)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by Code_X_Elite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Flask + SQLite (Backend/DB)</a:t>
            </a:r>
          </a:p>
          <a:p>
            <a:pPr/>
            <a:r>
              <a:t>DenseNet121 CNN (AI)</a:t>
            </a:r>
          </a:p>
          <a:p>
            <a:pPr/>
            <a:r>
              <a:t>Jinja2 + CSS/JS (UI)</a:t>
            </a:r>
          </a:p>
          <a:p>
            <a:pPr/>
            <a:r>
              <a:t>Fast2SMS OTP (Security)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Phases: Code_X_Elite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1: X-Ray AI - DenseNet Training - Prince - 85%</a:t>
            </a:r>
          </a:p>
          <a:p>
            <a:pPr/>
            <a:r>
              <a:t>Phase 2: CT/MRI - Dataset/Model - Ankit - 0%</a:t>
            </a:r>
          </a:p>
          <a:p>
            <a:pPr/>
            <a:r>
              <a:t>Phase 3: UI - Templates/CSS - Prince - 90%</a:t>
            </a:r>
          </a:p>
          <a:p>
            <a:pPr/>
            <a:r>
              <a:t>Phase 4: Backend - Flask/OTP - Prince/Rahul - 80%</a:t>
            </a:r>
          </a:p>
          <a:p>
            <a:pPr/>
            <a:r>
              <a:t>Phase 5: Reports - Heatmaps/PDF - Gautam - 40%</a:t>
            </a:r>
          </a:p>
          <a:p>
            <a:pPr/>
            <a:r>
              <a:t>Phase 6: Deploy - Docker - Rahul - 30%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Metrics (Code_X_Elite Training)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Accuracy: 92.5% - Overall Correct Predictions</a:t>
            </a:r>
          </a:p>
          <a:p>
            <a:pPr/>
            <a:r>
              <a:t>Precision: 94% - Low False Positives</a:t>
            </a:r>
          </a:p>
          <a:p>
            <a:pPr/>
            <a:r>
              <a:t>Recall: 91% - Catches Most Cases</a:t>
            </a:r>
          </a:p>
          <a:p>
            <a:pPr/>
            <a:r>
              <a:t>F1-Score: 92.5% - Balanced Performance</a:t>
            </a:r>
          </a:p>
          <a:p>
            <a:pPr/>
            <a:r>
              <a:t>Speed: &lt;10s per 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Step 1 - Secure Login (OTP)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Register: Mobile/Email Form</a:t>
            </a:r>
          </a:p>
          <a:p>
            <a:pPr/>
            <a:r>
              <a:t>OTP Send (Fast2SMS/Email)</a:t>
            </a:r>
          </a:p>
          <a:p>
            <a:pPr/>
            <a:r>
              <a:t>Verify &amp; Access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Step 2 - Upload &amp; Analyze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Patient Info + X-Ray File</a:t>
            </a:r>
          </a:p>
          <a:p>
            <a:pPr/>
            <a:r>
              <a:t>AI Predict (DenseNet121)</a:t>
            </a:r>
          </a:p>
          <a:p>
            <a:pPr/>
            <a:r>
              <a:t>Risk Label (Normal/High)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Report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ID: XR_... | Prob: 0.0005 (Normal) | Download JSON/PDF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Socio-Economic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Rural Reach: 80% Faster Diagnosis</a:t>
            </a:r>
          </a:p>
          <a:p>
            <a:pPr/>
            <a:r>
              <a:t>SDG 3: Health for All</a:t>
            </a:r>
          </a:p>
          <a:p>
            <a:pPr/>
            <a:r>
              <a:t>Cost Saving: ₹50/Scan vs ₹500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by Code_X_Elite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Q4 2025: Heatmaps (Gautam)</a:t>
            </a:r>
          </a:p>
          <a:p>
            <a:pPr/>
            <a:r>
              <a:t>Q1 2026: CT/MRI (Ankit)</a:t>
            </a:r>
          </a:p>
          <a:p>
            <a:pPr/>
            <a:r>
              <a:t>Q2 2026: Deploy (Rahul)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Bias: Diverse NIH Dataset (Prince)</a:t>
            </a:r>
          </a:p>
          <a:p>
            <a:pPr/>
            <a:r>
              <a:t>Security: OTP Implementation (Rahul)</a:t>
            </a:r>
          </a:p>
          <a:p>
            <a:pPr/>
            <a:r>
              <a:t>Speed: Optimized DenseNet (Gautam)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Code_X_Elite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Prince: AI Lead—Phases 1/3/4 Complete</a:t>
            </a:r>
          </a:p>
          <a:p>
            <a:pPr/>
            <a:r>
              <a:t>Ankit: Data—Phase 2 Specialist</a:t>
            </a:r>
          </a:p>
          <a:p>
            <a:pPr/>
            <a:r>
              <a:t>Gautam: Visualization—Phase 5 Lead</a:t>
            </a:r>
          </a:p>
          <a:p>
            <a:pPr/>
            <a:r>
              <a:t>Rahul: Backend—Phase 6 Integrator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AarogyamScan AI—Code_X_Elite's Gift to Rural Health</a:t>
            </a:r>
          </a:p>
          <a:p>
            <a:pPr/>
            <a:r>
              <a:t>Q&amp;A Welcome | Demo Ready | Contact: aarogyam_scanAi@gmail.com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